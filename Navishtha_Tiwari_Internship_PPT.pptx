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296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286000" cy="6858000"/>
          </a:xfrm>
          <a:prstGeom prst="rect">
            <a:avLst/>
          </a:prstGeom>
          <a:solidFill>
            <a:srgbClr val="12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143000"/>
            <a:ext cx="8503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31720" y="1600200"/>
            <a:ext cx="70866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70CD"/>
                </a:solidFill>
                <a:latin typeface="Aptos Display"/>
              </a:defRPr>
            </a:pPr>
            <a:r>
              <a:t>INTERNSHIP PRESENTATION</a:t>
            </a:r>
          </a:p>
          <a:p>
            <a:pPr algn="ctr">
              <a:defRPr sz="2900" b="1">
                <a:solidFill>
                  <a:srgbClr val="12305C"/>
                </a:solidFill>
                <a:latin typeface="Aptos Display"/>
              </a:defRPr>
            </a:pPr>
            <a:r>
              <a:rPr smtClean="0"/>
              <a:t>Internship</a:t>
            </a:r>
            <a:endParaRPr lang="en-IN" dirty="0" smtClean="0"/>
          </a:p>
          <a:p>
            <a:pPr algn="ctr">
              <a:defRPr sz="2900" b="1">
                <a:solidFill>
                  <a:srgbClr val="12305C"/>
                </a:solidFill>
                <a:latin typeface="Aptos Display"/>
              </a:defRPr>
            </a:pPr>
            <a:r>
              <a:rPr smtClean="0"/>
              <a:t> </a:t>
            </a:r>
            <a:r>
              <a:rPr/>
              <a:t>&amp; </a:t>
            </a:r>
            <a:endParaRPr lang="en-IN" dirty="0" smtClean="0"/>
          </a:p>
          <a:p>
            <a:pPr algn="ctr">
              <a:defRPr sz="2900" b="1">
                <a:solidFill>
                  <a:srgbClr val="12305C"/>
                </a:solidFill>
                <a:latin typeface="Aptos Display"/>
              </a:defRPr>
            </a:pPr>
            <a:r>
              <a:rPr smtClean="0"/>
              <a:t>Project-Based </a:t>
            </a:r>
            <a:r>
              <a:t>Learning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617720"/>
            <a:ext cx="6675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305C"/>
                </a:solidFill>
                <a:latin typeface="Aptos Display"/>
              </a:defRPr>
            </a:pPr>
            <a:r>
              <a:t>Navishtha Tiwari</a:t>
            </a:r>
          </a:p>
          <a:p>
            <a:pPr algn="ctr">
              <a:defRPr sz="1150">
                <a:solidFill>
                  <a:srgbClr val="5F6976"/>
                </a:solidFill>
                <a:latin typeface="Aptos"/>
              </a:defRPr>
            </a:pPr>
            <a:r>
              <a:t>B.Tech • Computer Science &amp; Engineering • IILM University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68133" y="3308360"/>
            <a:ext cx="5249334" cy="107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Candidate &amp; Internship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49240" cy="434340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34340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733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Candidate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4937759" cy="359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Student Name: Navishtha Tiwari</a:t>
            </a:r>
            <a:br/>
            <a:r>
              <a:t>Roll Number: 25SCS1003001186</a:t>
            </a:r>
            <a:br/>
            <a:r>
              <a:t>Degree: B.Tech (Computer Science &amp; Engineering)</a:t>
            </a:r>
            <a:br/>
            <a:r>
              <a:t>University: IILM University, Greater Noida, U.P.</a:t>
            </a:r>
            <a:br/>
            <a:r>
              <a:t>Academic Session: 2025–29</a:t>
            </a:r>
            <a:br/>
            <a:r>
              <a:t>Semester: 3rd Semester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34340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73152" cy="434340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1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Internship / Program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30552"/>
            <a:ext cx="4846320" cy="12388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Program: Internship &amp; Project-Based Learning Program</a:t>
            </a:r>
            <a:br/>
            <a:r>
              <a:t>Initiative: Job Bridge</a:t>
            </a:r>
            <a:br/>
            <a:r>
              <a:t>Certification: Unlox Edge Certification</a:t>
            </a:r>
            <a:br/>
            <a:r>
              <a:t>Focus: First Contact in </a:t>
            </a:r>
            <a:r>
              <a:rPr/>
              <a:t>Cyber </a:t>
            </a:r>
            <a:r>
              <a:rPr smtClean="0"/>
              <a:t>Security</a:t>
            </a:r>
            <a:endParaRPr lang="en-IN" dirty="0" smtClean="0"/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IN" dirty="0" smtClean="0"/>
              <a:t>Joining Date: 1 June 2026</a:t>
            </a:r>
            <a:r>
              <a:t/>
            </a:r>
            <a:br/>
            <a:r>
              <a:t>Completion Date: 26 August 2026</a:t>
            </a:r>
            <a:br/>
            <a:r>
              <a:t>Certificate ID: UNXCS-INT-8681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Program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520440" cy="429768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73152" cy="429768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913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Job </a:t>
            </a:r>
            <a:r>
              <a:rPr sz="1600"/>
              <a:t>Bridge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310896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US" sz="1400" dirty="0" smtClean="0"/>
              <a:t>The </a:t>
            </a:r>
            <a:r>
              <a:rPr lang="en-US" sz="1400" b="1" dirty="0" smtClean="0"/>
              <a:t>Job Bridge initiative</a:t>
            </a:r>
            <a:r>
              <a:rPr lang="en-US" sz="1400" dirty="0" smtClean="0"/>
              <a:t> provides students with an opportunity to gain practical exposure through internship and project-based learning. It helps bridge the gap between academic concepts and professional learning by encouraging students to learn through practical activities and structured project work.</a:t>
            </a:r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429768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73152" cy="429768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Unlox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84832"/>
            <a:ext cx="310896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US" sz="1400" dirty="0" smtClean="0"/>
              <a:t>Successful completion of the internship and project-based learning program resulted in the </a:t>
            </a:r>
            <a:r>
              <a:rPr lang="en-US" sz="1400" b="1" dirty="0" err="1" smtClean="0"/>
              <a:t>Unlox</a:t>
            </a:r>
            <a:r>
              <a:rPr lang="en-US" sz="1400" b="1" dirty="0" smtClean="0"/>
              <a:t> Edge Certification</a:t>
            </a:r>
            <a:r>
              <a:rPr lang="en-US" sz="1400" dirty="0" smtClean="0"/>
              <a:t>. The certification recognizes the completion of the program and provides formal evidence of the learning and internship experience gained during the program.</a:t>
            </a:r>
            <a:endParaRPr sz="1400"/>
          </a:p>
        </p:txBody>
      </p:sp>
      <p:sp>
        <p:nvSpPr>
          <p:cNvPr id="12" name="Rounded Rectangle 11"/>
          <p:cNvSpPr/>
          <p:nvPr/>
        </p:nvSpPr>
        <p:spPr>
          <a:xfrm>
            <a:off x="8001000" y="1463040"/>
            <a:ext cx="3520440" cy="429768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73152" cy="429768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Cyber Security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84832"/>
            <a:ext cx="310896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US" sz="1400" dirty="0" smtClean="0"/>
              <a:t>The program was completed in collaboration with </a:t>
            </a:r>
            <a:r>
              <a:rPr lang="en-US" sz="1400" b="1" dirty="0" smtClean="0"/>
              <a:t>First Contact in Cyber Security</a:t>
            </a:r>
            <a:r>
              <a:rPr lang="en-US" sz="1400" dirty="0" smtClean="0"/>
              <a:t>, giving the internship a clear </a:t>
            </a:r>
            <a:r>
              <a:rPr lang="en-US" sz="1400" dirty="0" err="1" smtClean="0"/>
              <a:t>cybersecurity</a:t>
            </a:r>
            <a:r>
              <a:rPr lang="en-US" sz="1400" dirty="0" smtClean="0"/>
              <a:t>-oriented focus. It provided an opportunity to develop awareness of </a:t>
            </a:r>
            <a:r>
              <a:rPr lang="en-US" sz="1400" dirty="0" err="1" smtClean="0"/>
              <a:t>cybersecurity</a:t>
            </a:r>
            <a:r>
              <a:rPr lang="en-US" sz="1400" dirty="0" smtClean="0"/>
              <a:t> as a professional domain and understand the importance of security in today's digital environment.</a:t>
            </a:r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Internship &amp; Project-Based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The program combined internship exposure with project-based learning.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The learning experience was conducted under the Job Bridge initiative.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The program culminated in an Unlox Edge Certification.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The certification was awarded in collaboration with First Contact in Cyber Security.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The internship completion was formally recorded on 26 August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49240"/>
            <a:ext cx="10241280" cy="594360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2305C"/>
                </a:solidFill>
                <a:latin typeface="Aptos"/>
              </a:defRPr>
            </a:pPr>
            <a:r>
              <a:t>Key outcome: Completion of the internship and award of the Unlox Edge Cyber Security certification.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Cyber Security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49240" cy="182880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Cyber Security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937759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The certificate identifies the certification as being in collaboration with “First Contact in Cyber Security.”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182880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73152" cy="182880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8191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Practical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39112"/>
            <a:ext cx="484632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The program is described as an internship and project-based learning program, indicating a combination of structured learning and project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0440"/>
            <a:ext cx="5349240" cy="182880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520440"/>
            <a:ext cx="73152" cy="182880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Certification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42232"/>
            <a:ext cx="4937759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Successful completion was recognized through the Unlox Edge Certification issued to Navishtha Tiwari.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20440"/>
            <a:ext cx="5257800" cy="182880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520440"/>
            <a:ext cx="73152" cy="182880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68503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Completion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42232"/>
            <a:ext cx="484632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Certificate reference: UNXCS-INT-8681</a:t>
            </a:r>
            <a:br/>
            <a:r>
              <a:t>Completion date: 26-08-2026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Learning &amp; Professional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Exposure to a structured internship and project-based learning environment.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Opportunity to connect academic learning with cybersecurity-oriented professional development.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Development of a project-oriented approach to learning.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Experience of completing a formal industry-linked learning program.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Achievement of a recognized certification as evidence of program completion.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Internship Completion &amp;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1143000" cy="1143000"/>
          </a:xfrm>
          <a:prstGeom prst="ellipse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315468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11880"/>
            <a:ext cx="2423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Job Bridge</a:t>
            </a:r>
            <a:br/>
            <a:r>
              <a:t>Internship &amp; Project-Based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359152"/>
            <a:ext cx="1691640" cy="4572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49039" y="1828800"/>
            <a:ext cx="1143000" cy="1143000"/>
          </a:xfrm>
          <a:prstGeom prst="ellipse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39" y="315468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59" y="3611880"/>
            <a:ext cx="2423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First Contact</a:t>
            </a:r>
            <a:br/>
            <a:r>
              <a:t>in Cyber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359152"/>
            <a:ext cx="1691640" cy="4572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83680" y="1828800"/>
            <a:ext cx="1143000" cy="1143000"/>
          </a:xfrm>
          <a:prstGeom prst="ellipse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15468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11880"/>
            <a:ext cx="2423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Unlox Edge</a:t>
            </a:r>
            <a:br/>
            <a:r>
              <a:t>Certification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359152"/>
            <a:ext cx="1691640" cy="4572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0" y="1828800"/>
            <a:ext cx="1143000" cy="1143000"/>
          </a:xfrm>
          <a:prstGeom prst="ellipse">
            <a:avLst/>
          </a:prstGeom>
          <a:solidFill>
            <a:srgbClr val="12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315468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611880"/>
            <a:ext cx="24231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26 August</a:t>
            </a:r>
            <a:br/>
            <a:r>
              <a:t>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Certificate &amp; Official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1400" y="1148419"/>
            <a:ext cx="8940800" cy="5325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520440" cy="429768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73152" cy="429768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Cybersecurity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310896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US" sz="1400" dirty="0" smtClean="0"/>
              <a:t>The internship provided exposure to the </a:t>
            </a:r>
            <a:r>
              <a:rPr lang="en-US" sz="1400" b="1" dirty="0" smtClean="0"/>
              <a:t>cyber security </a:t>
            </a:r>
            <a:r>
              <a:rPr lang="en-US" sz="1400" b="1" dirty="0" smtClean="0"/>
              <a:t>domain</a:t>
            </a:r>
            <a:r>
              <a:rPr lang="en-US" sz="1400" dirty="0" smtClean="0"/>
              <a:t> through the program's association with </a:t>
            </a:r>
            <a:r>
              <a:rPr lang="en-US" sz="1400" b="1" dirty="0" smtClean="0"/>
              <a:t>First Contact in Cyber Security</a:t>
            </a:r>
            <a:r>
              <a:rPr lang="en-US" sz="1400" dirty="0" smtClean="0"/>
              <a:t>. It helped develop a basic understanding of </a:t>
            </a:r>
            <a:r>
              <a:rPr lang="en-US" sz="1400" dirty="0" smtClean="0"/>
              <a:t>cyber security </a:t>
            </a:r>
            <a:r>
              <a:rPr lang="en-US" sz="1400" dirty="0" smtClean="0"/>
              <a:t>concepts, practices, and their importance in protecting digital systems and information.</a:t>
            </a:r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429768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73152" cy="429768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Project-Based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84832"/>
            <a:ext cx="310896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US" sz="1400" dirty="0" smtClean="0"/>
              <a:t>The program followed a </a:t>
            </a:r>
            <a:r>
              <a:rPr lang="en-US" sz="1400" b="1" dirty="0" smtClean="0"/>
              <a:t>project-based learning approach</a:t>
            </a:r>
            <a:r>
              <a:rPr lang="en-US" sz="1400" dirty="0" smtClean="0"/>
              <a:t>, allowing the concepts covered during the internship to be connected with practical learning. The certificate confirms the successful completion of the internship and project-based learning program under the Job Bridge initiative.</a:t>
            </a:r>
            <a:endParaRPr sz="1400"/>
          </a:p>
        </p:txBody>
      </p:sp>
      <p:sp>
        <p:nvSpPr>
          <p:cNvPr id="12" name="Rounded Rectangle 11"/>
          <p:cNvSpPr/>
          <p:nvPr/>
        </p:nvSpPr>
        <p:spPr>
          <a:xfrm>
            <a:off x="8001000" y="1463040"/>
            <a:ext cx="3520440" cy="4297680"/>
          </a:xfrm>
          <a:prstGeom prst="roundRect">
            <a:avLst/>
          </a:prstGeom>
          <a:solidFill>
            <a:srgbClr val="F7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73152" cy="4297680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305C"/>
                </a:solidFill>
                <a:latin typeface="Aptos Display"/>
              </a:defRPr>
            </a:pPr>
            <a:r>
              <a:t>Professional Credential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84832"/>
            <a:ext cx="310896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US" sz="1400" dirty="0" smtClean="0"/>
              <a:t>Successful completion of the program resulted in an </a:t>
            </a:r>
            <a:r>
              <a:rPr lang="en-US" sz="1400" b="1" dirty="0" err="1" smtClean="0"/>
              <a:t>Unlox</a:t>
            </a:r>
            <a:r>
              <a:rPr lang="en-US" sz="1400" b="1" dirty="0" smtClean="0"/>
              <a:t> Edge Certification</a:t>
            </a:r>
            <a:r>
              <a:rPr lang="en-US" sz="1400" dirty="0" smtClean="0"/>
              <a:t>, providing formal recognition of the internship and learning experience. The certificate serves as a professional credential documenting the successful completion of the program.</a:t>
            </a:r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5C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The internship and project-based learning program provided a structured opportunity to develop professional exposure in a cybersecurity-oriented environment. Completion under the Job Bridge initiative and the award of the Unlox Edge Certification mark the successful completion of the program.</a:t>
            </a:r>
          </a:p>
          <a:p>
            <a:pPr algn="ctr">
              <a:defRPr sz="1300">
                <a:solidFill>
                  <a:srgbClr val="2370CD"/>
                </a:solidFill>
                <a:latin typeface="Aptos"/>
              </a:defRPr>
            </a:pPr>
            <a:r>
              <a:t>Certificate ID: UNXCS-INT-8681  •  Completion Date: 26-08-2026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6"/>
                </a:solidFill>
                <a:latin typeface="Aptos"/>
              </a:defRPr>
            </a:pPr>
            <a:r>
              <a:t>Internship &amp; Project-Based Learning Program • Navishtha Tiwari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236133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305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865" y="2607734"/>
            <a:ext cx="404706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70CD"/>
                </a:solidFill>
                <a:latin typeface="Aptos Display"/>
              </a:defRPr>
            </a:pPr>
            <a:r>
              <a:rPr/>
              <a:t>Navishtha </a:t>
            </a:r>
            <a:r>
              <a:rPr smtClean="0"/>
              <a:t>Tiwari</a:t>
            </a:r>
            <a:endParaRPr lang="en-IN" dirty="0" smtClean="0"/>
          </a:p>
          <a:p>
            <a:pPr algn="ctr">
              <a:defRPr sz="2400" b="1">
                <a:solidFill>
                  <a:srgbClr val="2370CD"/>
                </a:solidFill>
                <a:latin typeface="Aptos Display"/>
              </a:defRPr>
            </a:pPr>
            <a:r>
              <a:rPr lang="en-IN" dirty="0" smtClean="0"/>
              <a:t>25SCS1003001186</a:t>
            </a:r>
            <a:endParaRPr/>
          </a:p>
          <a:p>
            <a:pPr algn="ctr">
              <a:defRPr sz="1400">
                <a:solidFill>
                  <a:srgbClr val="5F6976"/>
                </a:solidFill>
                <a:latin typeface="Aptos"/>
              </a:defRPr>
            </a:pPr>
            <a:r>
              <a:t>B.Tech • Computer Science &amp; Engineering</a:t>
            </a:r>
          </a:p>
          <a:p>
            <a:pPr algn="ctr">
              <a:defRPr sz="1300">
                <a:solidFill>
                  <a:srgbClr val="5F6976"/>
                </a:solidFill>
                <a:latin typeface="Aptos"/>
              </a:defRPr>
            </a:pPr>
            <a:r>
              <a:t>IILM University, Greater Noida, U.P.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682</Words>
  <Application>Microsoft Macintosh PowerPoint</Application>
  <PresentationFormat>Custom</PresentationFormat>
  <Paragraphs>84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Navishtha</cp:lastModifiedBy>
  <cp:revision>3</cp:revision>
  <dcterms:created xsi:type="dcterms:W3CDTF">2013-01-27T09:14:16Z</dcterms:created>
  <dcterms:modified xsi:type="dcterms:W3CDTF">2026-08-26T17:32:10Z</dcterms:modified>
  <cp:category/>
</cp:coreProperties>
</file>